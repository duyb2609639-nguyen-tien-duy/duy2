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A2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79A024A-5A94-4EF1-BD18-5993C5D537E0}" styleName="表样式 1 25">
    <a:wholeTbl>
      <a:tcTxStyle>
        <a:fontRef idx="none">
          <a:srgbClr val="000000"/>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34000"/>
                  <a:lumOff val="66000"/>
                </a:schemeClr>
              </a:solidFill>
              <a:prstDash val="solid"/>
            </a:ln>
          </a:insideH>
          <a:insideV>
            <a:ln w="9525" cmpd="sng">
              <a:solidFill>
                <a:schemeClr val="accent1">
                  <a:lumMod val="34000"/>
                  <a:lumOff val="66000"/>
                </a:schemeClr>
              </a:solidFill>
              <a:prstDash val="solid"/>
            </a:ln>
          </a:insideV>
        </a:tcBdr>
        <a:fill>
          <a:solidFill>
            <a:srgbClr val="FFFFFF"/>
          </a:solidFill>
        </a:fill>
      </a:tcStyle>
    </a:wholeTbl>
    <a:band2H>
      <a:tcTxStyle>
        <a:fontRef idx="none">
          <a:srgbClr val="08090C"/>
        </a:fontRef>
      </a:tcTxStyle>
      <a:tcStyle>
        <a:tcBdr/>
        <a:fill>
          <a:solidFill>
            <a:schemeClr val="accent1">
              <a:lumMod val="10000"/>
              <a:lumOff val="90000"/>
            </a:schemeClr>
          </a:solidFill>
        </a:fill>
      </a:tcStyle>
    </a:band2H>
    <a:band1V>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accent1">
              <a:lumMod val="10000"/>
              <a:lumOff val="90000"/>
            </a:schemeClr>
          </a:solidFill>
        </a:fill>
      </a:tcStyle>
    </a:band1V>
    <a:band2V>
      <a:tcTxStyle/>
      <a:tcStyle>
        <a:tcBdr>
          <a:left>
            <a:ln w="9525" cmpd="sng">
              <a:solidFill>
                <a:schemeClr val="accent1">
                  <a:lumMod val="40000"/>
                  <a:lumOff val="60000"/>
                </a:schemeClr>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1">
                  <a:lumMod val="34000"/>
                  <a:lumOff val="66000"/>
                </a:schemeClr>
              </a:solidFill>
              <a:prstDash val="solid"/>
            </a:ln>
          </a:left>
          <a:right>
            <a:ln w="9525" cmpd="sng">
              <a:solidFill>
                <a:schemeClr val="accent1"/>
              </a:solidFill>
              <a:prstDash val="solid"/>
            </a:ln>
          </a:right>
          <a:top>
            <a:ln w="9525" cmpd="sng">
              <a:solidFill>
                <a:schemeClr val="accent1">
                  <a:lumMod val="34000"/>
                  <a:lumOff val="66000"/>
                </a:schemeClr>
              </a:solidFill>
              <a:prstDash val="solid"/>
            </a:ln>
          </a:top>
          <a:bottom>
            <a:ln w="9525" cmpd="sng">
              <a:solidFill>
                <a:schemeClr val="accent1"/>
              </a:solidFill>
              <a:prstDash val="solid"/>
            </a:ln>
          </a:bottom>
          <a:insideH>
            <a:ln w="9525" cmpd="sng">
              <a:solidFill>
                <a:schemeClr val="accent1">
                  <a:lumMod val="34000"/>
                  <a:lumOff val="66000"/>
                </a:schemeClr>
              </a:solidFill>
              <a:prstDash val="solid"/>
            </a:ln>
          </a:insideH>
          <a:insideV>
            <a:ln>
              <a:noFill/>
            </a:ln>
          </a:insideV>
        </a:tcBdr>
        <a:fill>
          <a:solidFill>
            <a:srgbClr val="FFFFFF"/>
          </a:solidFill>
        </a:fill>
      </a:tcStyle>
    </a:lastCol>
    <a:firstCol>
      <a:tcTxStyle b="on">
        <a:fontRef idx="none">
          <a:srgbClr val="08090C"/>
        </a:fontRef>
      </a:tcTxStyle>
      <a:tcStyle>
        <a:tcBdr>
          <a:left>
            <a:ln w="9525" cmpd="sng">
              <a:solidFill>
                <a:schemeClr val="accent1"/>
              </a:solidFill>
              <a:prstDash val="solid"/>
            </a:ln>
          </a:left>
          <a:right>
            <a:ln w="9525" cmpd="sng">
              <a:solidFill>
                <a:schemeClr val="accent1">
                  <a:lumMod val="34000"/>
                  <a:lumOff val="66000"/>
                </a:schemeClr>
              </a:solidFill>
              <a:prstDash val="solid"/>
            </a:ln>
          </a:right>
          <a:top>
            <a:ln w="9525" cmpd="sng">
              <a:solidFill>
                <a:schemeClr val="accent1">
                  <a:lumMod val="34000"/>
                  <a:lumOff val="66000"/>
                </a:schemeClr>
              </a:solidFill>
              <a:prstDash val="solid"/>
            </a:ln>
          </a:top>
          <a:bottom>
            <a:ln w="9525" cmpd="sng">
              <a:solidFill>
                <a:schemeClr val="accent1"/>
              </a:solidFill>
              <a:prstDash val="solid"/>
            </a:ln>
          </a:bottom>
          <a:insideH>
            <a:ln w="9525" cmpd="sng">
              <a:solidFill>
                <a:schemeClr val="accent1">
                  <a:lumMod val="34000"/>
                  <a:lumOff val="66000"/>
                </a:schemeClr>
              </a:solidFill>
              <a:prstDash val="solid"/>
            </a:ln>
          </a:insideH>
          <a:insideV>
            <a:ln>
              <a:noFill/>
            </a:ln>
          </a:insideV>
        </a:tcBdr>
        <a:fill>
          <a:solidFill>
            <a:srgbClr val="FFFFFF"/>
          </a:solidFill>
        </a:fill>
      </a:tcStyle>
    </a:firstCol>
    <a:lastRow>
      <a:tcTxStyle b="on">
        <a:fontRef idx="none">
          <a:srgbClr val="08090C"/>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TxStyle/>
      <a:tcStyle>
        <a:tcBdr>
          <a:left>
            <a:ln>
              <a:noFill/>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TxStyle b="on">
        <a:fontRef idx="none">
          <a:schemeClr val="accent1"/>
        </a:fontRef>
      </a:tcTxStyle>
      <a:tcStyle>
        <a:tcBdr>
          <a:left>
            <a:ln w="9525" cmpd="sng">
              <a:solidFill>
                <a:schemeClr val="accent1"/>
              </a:solidFill>
              <a:prstDash val="solid"/>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08090C"/>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34000"/>
                  <a:lumOff val="66000"/>
                </a:schemeClr>
              </a:solidFill>
              <a:prstDash val="solid"/>
            </a:ln>
          </a:bottom>
          <a:insideH>
            <a:ln>
              <a:noFill/>
            </a:ln>
          </a:insideH>
          <a:insideV>
            <a:ln w="9525" cmpd="sng">
              <a:solidFill>
                <a:srgbClr val="FFFFFF"/>
              </a:solidFill>
              <a:prstDash val="solid"/>
            </a:ln>
          </a:insideV>
        </a:tcBdr>
        <a:fill>
          <a:solidFill>
            <a:schemeClr val="accent1">
              <a:lumMod val="20000"/>
              <a:lumOff val="8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gs" Target="tags/tag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28495" y="553720"/>
            <a:ext cx="8542020" cy="2379345"/>
          </a:xfrm>
        </p:spPr>
        <p:txBody>
          <a:bodyPr/>
          <a:lstStyle/>
          <a:p>
            <a:r>
              <a:rPr lang="vi-VN" altLang="en-US" sz="5000" b="1" dirty="0">
                <a:solidFill>
                  <a:schemeClr val="accent4">
                    <a:lumMod val="75000"/>
                  </a:schemeClr>
                </a:solidFill>
              </a:rPr>
              <a:t>BỐ CỤC MỘT BÀI THUYẾT TRÌNH</a:t>
            </a:r>
            <a:endParaRPr lang="vi-VN" altLang="en-US" sz="5000" b="1" dirty="0">
              <a:solidFill>
                <a:schemeClr val="accent4">
                  <a:lumMod val="75000"/>
                </a:schemeClr>
              </a:solidFill>
            </a:endParaRPr>
          </a:p>
        </p:txBody>
      </p:sp>
      <p:sp>
        <p:nvSpPr>
          <p:cNvPr id="3" name="Subtitle 2"/>
          <p:cNvSpPr>
            <a:spLocks noGrp="1"/>
          </p:cNvSpPr>
          <p:nvPr>
            <p:ph type="subTitle" idx="1"/>
          </p:nvPr>
        </p:nvSpPr>
        <p:spPr>
          <a:xfrm>
            <a:off x="1524000" y="3602355"/>
            <a:ext cx="10013315" cy="2548255"/>
          </a:xfrm>
        </p:spPr>
        <p:txBody>
          <a:bodyPr>
            <a:normAutofit fontScale="30000"/>
          </a:bodyPr>
          <a:lstStyle/>
          <a:p>
            <a:r>
              <a:rPr lang="vi-VN" altLang="en-US" sz="8500" b="1">
                <a:latin typeface="Times New Roman" panose="02020603050405020304" charset="0"/>
                <a:cs typeface="Times New Roman" panose="02020603050405020304" charset="0"/>
              </a:rPr>
              <a:t>Ths. Họ và Tên</a:t>
            </a:r>
            <a:endParaRPr lang="vi-VN" altLang="en-US" sz="8500" b="1">
              <a:latin typeface="Times New Roman" panose="02020603050405020304" charset="0"/>
              <a:cs typeface="Times New Roman" panose="02020603050405020304" charset="0"/>
            </a:endParaRPr>
          </a:p>
          <a:p>
            <a:endParaRPr lang="vi-VN" altLang="en-US" sz="5335" b="1">
              <a:latin typeface="Times New Roman" panose="02020603050405020304" charset="0"/>
              <a:cs typeface="Times New Roman" panose="02020603050405020304" charset="0"/>
            </a:endParaRPr>
          </a:p>
          <a:p>
            <a:endParaRPr lang="vi-VN" altLang="en-US" sz="3200" b="1">
              <a:latin typeface="Times New Roman" panose="02020603050405020304" charset="0"/>
              <a:cs typeface="Times New Roman" panose="02020603050405020304" charset="0"/>
            </a:endParaRPr>
          </a:p>
          <a:p>
            <a:r>
              <a:rPr lang="vi-VN" altLang="en-US" sz="3200" b="1">
                <a:latin typeface="Times New Roman" panose="02020603050405020304" charset="0"/>
                <a:cs typeface="Times New Roman" panose="02020603050405020304" charset="0"/>
              </a:rPr>
              <a:t>                    </a:t>
            </a:r>
            <a:endParaRPr lang="vi-VN" altLang="en-US" sz="3200" b="1">
              <a:latin typeface="Times New Roman" panose="02020603050405020304" charset="0"/>
              <a:cs typeface="Times New Roman" panose="02020603050405020304" charset="0"/>
            </a:endParaRPr>
          </a:p>
          <a:p>
            <a:r>
              <a:rPr lang="vi-VN" altLang="en-US" sz="3200" b="1">
                <a:latin typeface="Times New Roman" panose="02020603050405020304" charset="0"/>
                <a:cs typeface="Times New Roman" panose="02020603050405020304" charset="0"/>
              </a:rPr>
              <a:t>                                                                                                          </a:t>
            </a:r>
            <a:r>
              <a:rPr lang="vi-VN" altLang="en-US" sz="6700" b="1">
                <a:latin typeface="Times New Roman" panose="02020603050405020304" charset="0"/>
                <a:cs typeface="Times New Roman" panose="02020603050405020304" charset="0"/>
              </a:rPr>
              <a:t> Trích từ Tủ sách khoa học VLOS</a:t>
            </a:r>
            <a:r>
              <a:rPr lang="vi-VN" altLang="en-US" sz="9300" b="1">
                <a:latin typeface="Times New Roman" panose="02020603050405020304" charset="0"/>
                <a:cs typeface="Times New Roman" panose="02020603050405020304" charset="0"/>
              </a:rPr>
              <a:t>   </a:t>
            </a:r>
            <a:r>
              <a:rPr lang="vi-VN" altLang="en-US" sz="6700" b="1">
                <a:latin typeface="Times New Roman" panose="02020603050405020304" charset="0"/>
                <a:cs typeface="Times New Roman" panose="02020603050405020304" charset="0"/>
              </a:rPr>
              <a:t> </a:t>
            </a:r>
            <a:endParaRPr lang="vi-VN" altLang="en-US" sz="6700" b="1">
              <a:latin typeface="Times New Roman" panose="02020603050405020304" charset="0"/>
              <a:cs typeface="Times New Roman" panose="02020603050405020304" charset="0"/>
            </a:endParaRPr>
          </a:p>
          <a:p>
            <a:r>
              <a:rPr lang="vi-VN" altLang="en-US" sz="3200" b="1">
                <a:latin typeface="Times New Roman" panose="02020603050405020304" charset="0"/>
                <a:cs typeface="Times New Roman" panose="02020603050405020304" charset="0"/>
              </a:rPr>
              <a:t>                                                                                                                                                                                                                       </a:t>
            </a:r>
            <a:endParaRPr lang="vi-VN" altLang="en-US" sz="3200" b="1">
              <a:latin typeface="Times New Roman" panose="02020603050405020304" charset="0"/>
              <a:cs typeface="Times New Roman" panose="02020603050405020304" charset="0"/>
            </a:endParaRPr>
          </a:p>
          <a:p>
            <a:r>
              <a:rPr lang="vi-VN" altLang="en-US" sz="3200" b="1">
                <a:latin typeface="Times New Roman" panose="02020603050405020304" charset="0"/>
                <a:cs typeface="Times New Roman" panose="02020603050405020304" charset="0"/>
              </a:rPr>
              <a:t>                                                                                                                                                                                                                                                                           1</a:t>
            </a:r>
            <a:endParaRPr lang="vi-VN" altLang="en-US" sz="3200" b="1">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a:xfrm>
            <a:off x="838200" y="828675"/>
            <a:ext cx="10515600" cy="1657985"/>
          </a:xfrm>
        </p:spPr>
        <p:txBody>
          <a:bodyPr/>
          <a:p>
            <a:r>
              <a:rPr lang="vi-VN" altLang="en-US" sz="5000" b="1">
                <a:solidFill>
                  <a:schemeClr val="accent4">
                    <a:lumMod val="75000"/>
                  </a:schemeClr>
                </a:solidFill>
              </a:rPr>
              <a:t>Giới thiệu</a:t>
            </a:r>
            <a:r>
              <a:rPr lang="vi-VN" altLang="en-US" b="1">
                <a:solidFill>
                  <a:schemeClr val="accent4">
                    <a:lumMod val="75000"/>
                  </a:schemeClr>
                </a:solidFill>
              </a:rPr>
              <a:t> </a:t>
            </a:r>
            <a:endParaRPr lang="vi-VN" altLang="en-US" b="1">
              <a:solidFill>
                <a:schemeClr val="accent4">
                  <a:lumMod val="75000"/>
                </a:schemeClr>
              </a:solidFill>
            </a:endParaRPr>
          </a:p>
        </p:txBody>
      </p:sp>
      <p:sp>
        <p:nvSpPr>
          <p:cNvPr id="5" name="Content Placeholder 4"/>
          <p:cNvSpPr/>
          <p:nvPr>
            <p:ph idx="1"/>
          </p:nvPr>
        </p:nvSpPr>
        <p:spPr>
          <a:xfrm>
            <a:off x="838200" y="2098040"/>
            <a:ext cx="10515600" cy="4533900"/>
          </a:xfrm>
        </p:spPr>
        <p:txBody>
          <a:bodyPr/>
          <a:p>
            <a:endParaRPr lang="en-US"/>
          </a:p>
          <a:p>
            <a:r>
              <a:rPr lang="vi-VN" altLang="en-US" sz="2400">
                <a:latin typeface="Times New Roman" panose="02020603050405020304" charset="0"/>
                <a:cs typeface="Times New Roman" panose="02020603050405020304" charset="0"/>
              </a:rPr>
              <a:t>Phần mở đầu</a:t>
            </a:r>
            <a:endParaRPr lang="vi-VN" altLang="en-US" sz="2400">
              <a:latin typeface="Times New Roman" panose="02020603050405020304" charset="0"/>
              <a:cs typeface="Times New Roman" panose="02020603050405020304" charset="0"/>
            </a:endParaRPr>
          </a:p>
          <a:p>
            <a:pPr marL="0" indent="0">
              <a:lnSpc>
                <a:spcPct val="60000"/>
              </a:lnSpc>
              <a:spcAft>
                <a:spcPts val="0"/>
              </a:spcAft>
              <a:buNone/>
            </a:pPr>
            <a:r>
              <a:rPr lang="vi-VN" altLang="en-US" sz="2400">
                <a:latin typeface="Times New Roman" panose="02020603050405020304" charset="0"/>
                <a:cs typeface="Times New Roman" panose="02020603050405020304" charset="0"/>
              </a:rPr>
              <a:t>     -Cần đạt được mục đích </a:t>
            </a:r>
            <a:endParaRPr lang="vi-VN" altLang="en-US" sz="2400">
              <a:latin typeface="Times New Roman" panose="02020603050405020304" charset="0"/>
              <a:cs typeface="Times New Roman" panose="02020603050405020304" charset="0"/>
            </a:endParaRPr>
          </a:p>
          <a:p>
            <a:pPr>
              <a:lnSpc>
                <a:spcPct val="60000"/>
              </a:lnSpc>
              <a:spcAft>
                <a:spcPts val="0"/>
              </a:spcAft>
            </a:pPr>
            <a:r>
              <a:rPr lang="vi-VN" altLang="en-US" sz="2400">
                <a:latin typeface="Times New Roman" panose="02020603050405020304" charset="0"/>
                <a:cs typeface="Times New Roman" panose="02020603050405020304" charset="0"/>
              </a:rPr>
              <a:t>Phần chính </a:t>
            </a:r>
            <a:endParaRPr lang="vi-VN" altLang="en-US" sz="2400">
              <a:latin typeface="Times New Roman" panose="02020603050405020304" charset="0"/>
              <a:cs typeface="Times New Roman" panose="02020603050405020304" charset="0"/>
            </a:endParaRPr>
          </a:p>
          <a:p>
            <a:pPr marL="0" indent="0">
              <a:lnSpc>
                <a:spcPct val="60000"/>
              </a:lnSpc>
              <a:spcAft>
                <a:spcPts val="0"/>
              </a:spcAft>
              <a:buNone/>
            </a:pPr>
            <a:r>
              <a:rPr lang="vi-VN" altLang="en-US" sz="2400">
                <a:latin typeface="Times New Roman" panose="02020603050405020304" charset="0"/>
                <a:cs typeface="Times New Roman" panose="02020603050405020304" charset="0"/>
              </a:rPr>
              <a:t>     -Đưa ra giải pháp, ý kiến</a:t>
            </a:r>
            <a:endParaRPr lang="vi-VN" altLang="en-US" sz="2400">
              <a:latin typeface="Times New Roman" panose="02020603050405020304" charset="0"/>
              <a:cs typeface="Times New Roman" panose="02020603050405020304" charset="0"/>
            </a:endParaRPr>
          </a:p>
          <a:p>
            <a:pPr marL="0" indent="0">
              <a:lnSpc>
                <a:spcPct val="60000"/>
              </a:lnSpc>
              <a:spcAft>
                <a:spcPts val="0"/>
              </a:spcAft>
              <a:buNone/>
            </a:pPr>
            <a:r>
              <a:rPr lang="vi-VN" altLang="en-US" sz="2400">
                <a:latin typeface="Times New Roman" panose="02020603050405020304" charset="0"/>
                <a:cs typeface="Times New Roman" panose="02020603050405020304" charset="0"/>
              </a:rPr>
              <a:t>Phần Kết </a:t>
            </a:r>
            <a:endParaRPr lang="vi-VN" altLang="en-US" sz="2400">
              <a:latin typeface="Times New Roman" panose="02020603050405020304" charset="0"/>
              <a:cs typeface="Times New Roman" panose="02020603050405020304" charset="0"/>
            </a:endParaRPr>
          </a:p>
          <a:p>
            <a:pPr marL="0" indent="0">
              <a:lnSpc>
                <a:spcPct val="60000"/>
              </a:lnSpc>
              <a:spcAft>
                <a:spcPts val="0"/>
              </a:spcAft>
              <a:buNone/>
            </a:pPr>
            <a:r>
              <a:rPr lang="vi-VN" altLang="en-US" sz="2400">
                <a:latin typeface="Times New Roman" panose="02020603050405020304" charset="0"/>
                <a:cs typeface="Times New Roman" panose="02020603050405020304" charset="0"/>
              </a:rPr>
              <a:t>     -Tóm tắt các nội dung đã trình bày</a:t>
            </a:r>
            <a:endParaRPr lang="vi-VN" altLang="en-US" sz="2400">
              <a:latin typeface="Times New Roman" panose="02020603050405020304" charset="0"/>
              <a:cs typeface="Times New Roman" panose="02020603050405020304" charset="0"/>
            </a:endParaRPr>
          </a:p>
          <a:p>
            <a:pPr marL="0" indent="0">
              <a:lnSpc>
                <a:spcPct val="60000"/>
              </a:lnSpc>
              <a:spcAft>
                <a:spcPts val="0"/>
              </a:spcAft>
              <a:buNone/>
            </a:pPr>
            <a:endParaRPr lang="vi-VN" altLang="en-US" sz="2400">
              <a:latin typeface="Times New Roman" panose="02020603050405020304" charset="0"/>
              <a:cs typeface="Times New Roman" panose="02020603050405020304" charset="0"/>
            </a:endParaRPr>
          </a:p>
          <a:p>
            <a:pPr marL="0" indent="0">
              <a:lnSpc>
                <a:spcPct val="60000"/>
              </a:lnSpc>
              <a:spcAft>
                <a:spcPts val="0"/>
              </a:spcAft>
              <a:buNone/>
            </a:pPr>
            <a:endParaRPr lang="vi-VN" altLang="en-US" sz="2400">
              <a:latin typeface="Times New Roman" panose="02020603050405020304" charset="0"/>
              <a:cs typeface="Times New Roman" panose="02020603050405020304" charset="0"/>
            </a:endParaRPr>
          </a:p>
          <a:p>
            <a:pPr marL="0" indent="0">
              <a:lnSpc>
                <a:spcPct val="60000"/>
              </a:lnSpc>
              <a:spcAft>
                <a:spcPts val="0"/>
              </a:spcAft>
              <a:buNone/>
            </a:pPr>
            <a:endParaRPr lang="vi-VN" altLang="en-US" sz="2400">
              <a:latin typeface="Times New Roman" panose="02020603050405020304" charset="0"/>
              <a:cs typeface="Times New Roman" panose="02020603050405020304" charset="0"/>
            </a:endParaRPr>
          </a:p>
          <a:p>
            <a:pPr marL="0" indent="0">
              <a:lnSpc>
                <a:spcPct val="60000"/>
              </a:lnSpc>
              <a:spcAft>
                <a:spcPts val="0"/>
              </a:spcAft>
              <a:buNone/>
            </a:pPr>
            <a:endParaRPr lang="vi-VN" altLang="en-US" sz="2400">
              <a:latin typeface="Times New Roman" panose="02020603050405020304" charset="0"/>
              <a:cs typeface="Times New Roman" panose="02020603050405020304" charset="0"/>
            </a:endParaRPr>
          </a:p>
          <a:p>
            <a:pPr marL="0" indent="0">
              <a:lnSpc>
                <a:spcPct val="60000"/>
              </a:lnSpc>
              <a:spcAft>
                <a:spcPts val="0"/>
              </a:spcAft>
              <a:buNone/>
            </a:pPr>
            <a:r>
              <a:rPr lang="vi-VN" altLang="en-US" sz="2400">
                <a:latin typeface="Times New Roman" panose="02020603050405020304" charset="0"/>
                <a:cs typeface="Times New Roman" panose="02020603050405020304" charset="0"/>
              </a:rPr>
              <a:t>                                                                                                                                 </a:t>
            </a:r>
            <a:r>
              <a:rPr lang="vi-VN" altLang="en-US" sz="1600">
                <a:latin typeface="Times New Roman" panose="02020603050405020304" charset="0"/>
                <a:cs typeface="Times New Roman" panose="02020603050405020304" charset="0"/>
              </a:rPr>
              <a:t>2</a:t>
            </a:r>
            <a:endParaRPr lang="vi-VN" altLang="en-US" sz="16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a:xfrm>
            <a:off x="838200" y="952500"/>
            <a:ext cx="10515600" cy="1425575"/>
          </a:xfrm>
        </p:spPr>
        <p:txBody>
          <a:bodyPr/>
          <a:p>
            <a:r>
              <a:rPr lang="vi-VN" altLang="en-US" b="1">
                <a:solidFill>
                  <a:schemeClr val="accent4">
                    <a:lumMod val="75000"/>
                  </a:schemeClr>
                </a:solidFill>
              </a:rPr>
              <a:t>Phần mở đầu</a:t>
            </a:r>
            <a:endParaRPr lang="vi-VN" altLang="en-US" b="1">
              <a:solidFill>
                <a:schemeClr val="accent4">
                  <a:lumMod val="75000"/>
                </a:schemeClr>
              </a:solidFill>
            </a:endParaRPr>
          </a:p>
        </p:txBody>
      </p:sp>
      <p:sp>
        <p:nvSpPr>
          <p:cNvPr id="3" name="Content Placeholder 2"/>
          <p:cNvSpPr>
            <a:spLocks noGrp="1"/>
          </p:cNvSpPr>
          <p:nvPr>
            <p:ph idx="1"/>
          </p:nvPr>
        </p:nvSpPr>
        <p:spPr>
          <a:xfrm>
            <a:off x="838200" y="2512060"/>
            <a:ext cx="10515600" cy="3665220"/>
          </a:xfrm>
        </p:spPr>
        <p:txBody>
          <a:bodyPr>
            <a:normAutofit lnSpcReduction="10000"/>
          </a:bodyPr>
          <a:p>
            <a:r>
              <a:rPr lang="vi-VN" altLang="en-US" sz="2400">
                <a:solidFill>
                  <a:schemeClr val="tx1"/>
                </a:solidFill>
                <a:latin typeface="Times New Roman" panose="02020603050405020304" charset="0"/>
                <a:cs typeface="Times New Roman" panose="02020603050405020304" charset="0"/>
              </a:rPr>
              <a:t>Thu hút sự chú ý người nghe</a:t>
            </a:r>
            <a:endParaRPr lang="vi-VN" altLang="en-US" sz="2400">
              <a:solidFill>
                <a:schemeClr val="tx1"/>
              </a:solidFill>
              <a:latin typeface="Times New Roman" panose="02020603050405020304" charset="0"/>
              <a:cs typeface="Times New Roman" panose="02020603050405020304" charset="0"/>
            </a:endParaRPr>
          </a:p>
          <a:p>
            <a:pPr marL="0" indent="0">
              <a:lnSpc>
                <a:spcPct val="60000"/>
              </a:lnSpc>
              <a:spcAft>
                <a:spcPts val="0"/>
              </a:spcAft>
              <a:buNone/>
            </a:pPr>
            <a:r>
              <a:rPr lang="vi-VN" altLang="en-US" sz="2400">
                <a:solidFill>
                  <a:schemeClr val="tx1"/>
                </a:solidFill>
              </a:rPr>
              <a:t>  </a:t>
            </a:r>
            <a:r>
              <a:rPr lang="vi-VN" altLang="en-US" sz="2400">
                <a:solidFill>
                  <a:schemeClr val="tx1"/>
                </a:solidFill>
                <a:latin typeface="Times New Roman" panose="02020603050405020304" charset="0"/>
                <a:cs typeface="Times New Roman" panose="02020603050405020304" charset="0"/>
              </a:rPr>
              <a:t> -</a:t>
            </a:r>
            <a:r>
              <a:rPr lang="vi-VN" altLang="en-US" sz="2400" u="sng">
                <a:solidFill>
                  <a:srgbClr val="00B0F0"/>
                </a:solidFill>
                <a:latin typeface="Times New Roman" panose="02020603050405020304" charset="0"/>
                <a:cs typeface="Times New Roman" panose="02020603050405020304" charset="0"/>
              </a:rPr>
              <a:t>Sử dụng một đoạn trích dẫn</a:t>
            </a:r>
            <a:endParaRPr lang="vi-VN" altLang="en-US" sz="2400">
              <a:solidFill>
                <a:srgbClr val="00B0F0"/>
              </a:solidFill>
              <a:latin typeface="Times New Roman" panose="02020603050405020304" charset="0"/>
              <a:cs typeface="Times New Roman" panose="02020603050405020304" charset="0"/>
            </a:endParaRPr>
          </a:p>
          <a:p>
            <a:pPr marL="0" indent="0">
              <a:lnSpc>
                <a:spcPct val="60000"/>
              </a:lnSpc>
              <a:spcAft>
                <a:spcPts val="0"/>
              </a:spcAft>
              <a:buNone/>
            </a:pPr>
            <a:r>
              <a:rPr lang="vi-VN" altLang="en-US" sz="2400">
                <a:solidFill>
                  <a:srgbClr val="00B0F0"/>
                </a:solidFill>
                <a:latin typeface="Times New Roman" panose="02020603050405020304" charset="0"/>
                <a:cs typeface="Times New Roman" panose="02020603050405020304" charset="0"/>
              </a:rPr>
              <a:t>   </a:t>
            </a:r>
            <a:r>
              <a:rPr lang="vi-VN" altLang="en-US" sz="2400">
                <a:solidFill>
                  <a:schemeClr val="tx1"/>
                </a:solidFill>
                <a:latin typeface="Times New Roman" panose="02020603050405020304" charset="0"/>
                <a:cs typeface="Times New Roman" panose="02020603050405020304" charset="0"/>
              </a:rPr>
              <a:t>-Một câu hỏi</a:t>
            </a:r>
            <a:endParaRPr lang="vi-VN" altLang="en-US" sz="2400">
              <a:solidFill>
                <a:schemeClr val="tx1"/>
              </a:solidFill>
              <a:latin typeface="Times New Roman" panose="02020603050405020304" charset="0"/>
              <a:cs typeface="Times New Roman" panose="02020603050405020304" charset="0"/>
            </a:endParaRPr>
          </a:p>
          <a:p>
            <a:pPr marL="0" indent="0">
              <a:lnSpc>
                <a:spcPct val="60000"/>
              </a:lnSpc>
              <a:spcAft>
                <a:spcPts val="0"/>
              </a:spcAft>
              <a:buNone/>
            </a:pPr>
            <a:r>
              <a:rPr lang="vi-VN" altLang="en-US" sz="2400">
                <a:solidFill>
                  <a:schemeClr val="tx1"/>
                </a:solidFill>
                <a:latin typeface="Times New Roman" panose="02020603050405020304" charset="0"/>
                <a:cs typeface="Times New Roman" panose="02020603050405020304" charset="0"/>
              </a:rPr>
              <a:t>   -Một lời hứa</a:t>
            </a:r>
            <a:endParaRPr lang="vi-VN" altLang="en-US" sz="2400">
              <a:solidFill>
                <a:schemeClr val="tx1"/>
              </a:solidFill>
              <a:latin typeface="Times New Roman" panose="02020603050405020304" charset="0"/>
              <a:cs typeface="Times New Roman" panose="02020603050405020304" charset="0"/>
            </a:endParaRPr>
          </a:p>
          <a:p>
            <a:pPr marL="0" indent="0">
              <a:lnSpc>
                <a:spcPct val="60000"/>
              </a:lnSpc>
              <a:spcAft>
                <a:spcPts val="0"/>
              </a:spcAft>
              <a:buNone/>
            </a:pPr>
            <a:r>
              <a:rPr lang="vi-VN" altLang="en-US" sz="2400">
                <a:solidFill>
                  <a:schemeClr val="tx1"/>
                </a:solidFill>
                <a:latin typeface="Times New Roman" panose="02020603050405020304" charset="0"/>
                <a:cs typeface="Times New Roman" panose="02020603050405020304" charset="0"/>
              </a:rPr>
              <a:t>   -Thậm chí mọi người phải hoạt động</a:t>
            </a:r>
            <a:endParaRPr lang="vi-VN" altLang="en-US" sz="2400">
              <a:solidFill>
                <a:schemeClr val="tx1"/>
              </a:solidFill>
              <a:latin typeface="Times New Roman" panose="02020603050405020304" charset="0"/>
              <a:cs typeface="Times New Roman" panose="02020603050405020304" charset="0"/>
            </a:endParaRPr>
          </a:p>
          <a:p>
            <a:pPr>
              <a:lnSpc>
                <a:spcPct val="60000"/>
              </a:lnSpc>
              <a:spcAft>
                <a:spcPts val="0"/>
              </a:spcAft>
            </a:pPr>
            <a:r>
              <a:rPr lang="vi-VN" altLang="en-US" sz="2400">
                <a:solidFill>
                  <a:schemeClr val="tx1"/>
                </a:solidFill>
                <a:latin typeface="Times New Roman" panose="02020603050405020304" charset="0"/>
                <a:cs typeface="Times New Roman" panose="02020603050405020304" charset="0"/>
              </a:rPr>
              <a:t>Tóm lược các nội dung liên quan</a:t>
            </a:r>
            <a:endParaRPr lang="vi-VN" altLang="en-US" sz="2400">
              <a:solidFill>
                <a:schemeClr val="tx1"/>
              </a:solidFill>
              <a:latin typeface="Times New Roman" panose="02020603050405020304" charset="0"/>
              <a:cs typeface="Times New Roman" panose="02020603050405020304" charset="0"/>
            </a:endParaRPr>
          </a:p>
          <a:p>
            <a:pPr marL="0" indent="0">
              <a:lnSpc>
                <a:spcPct val="60000"/>
              </a:lnSpc>
              <a:spcAft>
                <a:spcPts val="0"/>
              </a:spcAft>
              <a:buNone/>
            </a:pPr>
            <a:r>
              <a:rPr lang="vi-VN" altLang="en-US">
                <a:solidFill>
                  <a:schemeClr val="tx1"/>
                </a:solidFill>
                <a:latin typeface="Times New Roman" panose="02020603050405020304" charset="0"/>
                <a:cs typeface="Times New Roman" panose="02020603050405020304" charset="0"/>
              </a:rPr>
              <a:t>  </a:t>
            </a:r>
            <a:r>
              <a:rPr lang="vi-VN" altLang="en-US" sz="2000">
                <a:solidFill>
                  <a:schemeClr val="tx1"/>
                </a:solidFill>
                <a:latin typeface="Times New Roman" panose="02020603050405020304" charset="0"/>
                <a:cs typeface="Times New Roman" panose="02020603050405020304" charset="0"/>
              </a:rPr>
              <a:t> -Đã được trình bày</a:t>
            </a:r>
            <a:endParaRPr lang="vi-VN" altLang="en-US" sz="2000">
              <a:solidFill>
                <a:schemeClr val="tx1"/>
              </a:solidFill>
              <a:latin typeface="Times New Roman" panose="02020603050405020304" charset="0"/>
              <a:cs typeface="Times New Roman" panose="02020603050405020304" charset="0"/>
            </a:endParaRPr>
          </a:p>
          <a:p>
            <a:pPr marL="0" indent="0">
              <a:lnSpc>
                <a:spcPct val="60000"/>
              </a:lnSpc>
              <a:spcAft>
                <a:spcPts val="0"/>
              </a:spcAft>
              <a:buNone/>
            </a:pPr>
            <a:r>
              <a:rPr lang="vi-VN" altLang="en-US" sz="2000">
                <a:solidFill>
                  <a:schemeClr val="tx1"/>
                </a:solidFill>
                <a:latin typeface="Times New Roman" panose="02020603050405020304" charset="0"/>
                <a:cs typeface="Times New Roman" panose="02020603050405020304" charset="0"/>
              </a:rPr>
              <a:t>   -Được đa số người nghe biết rõ </a:t>
            </a:r>
            <a:endParaRPr lang="vi-VN" altLang="en-US" sz="2000">
              <a:solidFill>
                <a:schemeClr val="tx1"/>
              </a:solidFill>
              <a:latin typeface="Times New Roman" panose="02020603050405020304" charset="0"/>
              <a:cs typeface="Times New Roman" panose="02020603050405020304" charset="0"/>
            </a:endParaRPr>
          </a:p>
          <a:p>
            <a:pPr marL="0" indent="0">
              <a:lnSpc>
                <a:spcPct val="60000"/>
              </a:lnSpc>
              <a:spcAft>
                <a:spcPts val="0"/>
              </a:spcAft>
              <a:buNone/>
            </a:pPr>
            <a:endParaRPr lang="vi-VN" altLang="en-US" sz="2000" u="sng">
              <a:solidFill>
                <a:schemeClr val="tx1"/>
              </a:solidFill>
              <a:latin typeface="Times New Roman" panose="02020603050405020304" charset="0"/>
              <a:cs typeface="Times New Roman" panose="02020603050405020304" charset="0"/>
            </a:endParaRPr>
          </a:p>
          <a:p>
            <a:pPr marL="0" indent="0">
              <a:lnSpc>
                <a:spcPct val="60000"/>
              </a:lnSpc>
              <a:spcAft>
                <a:spcPts val="0"/>
              </a:spcAft>
              <a:buNone/>
            </a:pPr>
            <a:endParaRPr lang="vi-VN" altLang="en-US" sz="2000" u="sng">
              <a:solidFill>
                <a:srgbClr val="00B0F0"/>
              </a:solidFill>
              <a:latin typeface="Times New Roman" panose="02020603050405020304" charset="0"/>
              <a:cs typeface="Times New Roman" panose="02020603050405020304" charset="0"/>
            </a:endParaRPr>
          </a:p>
          <a:p>
            <a:pPr marL="0" indent="0">
              <a:lnSpc>
                <a:spcPct val="60000"/>
              </a:lnSpc>
              <a:spcAft>
                <a:spcPts val="0"/>
              </a:spcAft>
              <a:buNone/>
            </a:pPr>
            <a:r>
              <a:rPr lang="vi-VN" altLang="en-US">
                <a:solidFill>
                  <a:srgbClr val="00B0F0"/>
                </a:solidFill>
                <a:latin typeface="Times New Roman" panose="02020603050405020304" charset="0"/>
                <a:cs typeface="Times New Roman" panose="02020603050405020304" charset="0"/>
              </a:rPr>
              <a:t>                                                                                                          </a:t>
            </a:r>
            <a:r>
              <a:rPr lang="vi-VN" altLang="en-US" sz="1200">
                <a:solidFill>
                  <a:srgbClr val="00B0F0"/>
                </a:solidFill>
                <a:latin typeface="Times New Roman" panose="02020603050405020304" charset="0"/>
                <a:cs typeface="Times New Roman" panose="02020603050405020304" charset="0"/>
              </a:rPr>
              <a:t> </a:t>
            </a:r>
            <a:r>
              <a:rPr lang="vi-VN" altLang="en-US" sz="1200">
                <a:solidFill>
                  <a:schemeClr val="tx1"/>
                </a:solidFill>
                <a:latin typeface="Times New Roman" panose="02020603050405020304" charset="0"/>
                <a:cs typeface="Times New Roman" panose="02020603050405020304" charset="0"/>
              </a:rPr>
              <a:t>3  </a:t>
            </a:r>
            <a:r>
              <a:rPr lang="vi-VN" altLang="en-US">
                <a:solidFill>
                  <a:schemeClr val="tx1"/>
                </a:solidFill>
                <a:latin typeface="Times New Roman" panose="02020603050405020304" charset="0"/>
                <a:cs typeface="Times New Roman" panose="02020603050405020304" charset="0"/>
              </a:rPr>
              <a:t> </a:t>
            </a:r>
            <a:endParaRPr lang="vi-VN" altLang="en-US">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a:xfrm>
            <a:off x="755650" y="1242695"/>
            <a:ext cx="10515600" cy="1209675"/>
          </a:xfrm>
        </p:spPr>
        <p:txBody>
          <a:bodyPr/>
          <a:p>
            <a:r>
              <a:rPr lang="vi-VN" altLang="en-US" b="1">
                <a:solidFill>
                  <a:schemeClr val="accent4">
                    <a:lumMod val="75000"/>
                  </a:schemeClr>
                </a:solidFill>
              </a:rPr>
              <a:t>Phần chính</a:t>
            </a:r>
            <a:endParaRPr lang="vi-VN" altLang="en-US" b="1">
              <a:solidFill>
                <a:schemeClr val="accent4">
                  <a:lumMod val="75000"/>
                </a:schemeClr>
              </a:solidFill>
            </a:endParaRPr>
          </a:p>
        </p:txBody>
      </p:sp>
      <p:sp>
        <p:nvSpPr>
          <p:cNvPr id="3" name="Content Placeholder 2"/>
          <p:cNvSpPr>
            <a:spLocks noGrp="1"/>
          </p:cNvSpPr>
          <p:nvPr>
            <p:ph idx="1"/>
          </p:nvPr>
        </p:nvSpPr>
        <p:spPr>
          <a:xfrm>
            <a:off x="838200" y="2240280"/>
            <a:ext cx="10515600" cy="3937000"/>
          </a:xfrm>
        </p:spPr>
        <p:txBody>
          <a:bodyPr/>
          <a:p>
            <a:r>
              <a:rPr lang="vi-VN" altLang="en-US">
                <a:latin typeface="Times New Roman" panose="02020603050405020304" charset="0"/>
                <a:cs typeface="Times New Roman" panose="02020603050405020304" charset="0"/>
              </a:rPr>
              <a:t>Phần chính với các nội dung</a:t>
            </a:r>
            <a:endParaRPr lang="vi-VN" altLang="en-US">
              <a:latin typeface="Times New Roman" panose="02020603050405020304" charset="0"/>
              <a:cs typeface="Times New Roman" panose="02020603050405020304" charset="0"/>
            </a:endParaRPr>
          </a:p>
          <a:p>
            <a:pPr marL="0" indent="0">
              <a:lnSpc>
                <a:spcPct val="60000"/>
              </a:lnSpc>
              <a:spcAft>
                <a:spcPts val="0"/>
              </a:spcAft>
              <a:buNone/>
            </a:pPr>
            <a:r>
              <a:rPr lang="vi-VN" altLang="en-US">
                <a:latin typeface="Times New Roman" panose="02020603050405020304" charset="0"/>
                <a:cs typeface="Times New Roman" panose="02020603050405020304" charset="0"/>
              </a:rPr>
              <a:t>  </a:t>
            </a:r>
            <a:r>
              <a:rPr lang="vi-VN" altLang="en-US" sz="2400">
                <a:latin typeface="Times New Roman" panose="02020603050405020304" charset="0"/>
                <a:cs typeface="Times New Roman" panose="02020603050405020304" charset="0"/>
              </a:rPr>
              <a:t>-Vấn đề cần giải quyết, yêu cầu công việc</a:t>
            </a:r>
            <a:endParaRPr lang="vi-VN" altLang="en-US" sz="2400">
              <a:latin typeface="Times New Roman" panose="02020603050405020304" charset="0"/>
              <a:cs typeface="Times New Roman" panose="02020603050405020304" charset="0"/>
            </a:endParaRPr>
          </a:p>
          <a:p>
            <a:pPr marL="0" indent="0">
              <a:lnSpc>
                <a:spcPct val="60000"/>
              </a:lnSpc>
              <a:spcAft>
                <a:spcPts val="0"/>
              </a:spcAft>
              <a:buNone/>
            </a:pPr>
            <a:r>
              <a:rPr lang="vi-VN" altLang="en-US" sz="2400">
                <a:latin typeface="Times New Roman" panose="02020603050405020304" charset="0"/>
                <a:cs typeface="Times New Roman" panose="02020603050405020304" charset="0"/>
              </a:rPr>
              <a:t>  -Ý tưởng và giải pháp</a:t>
            </a:r>
            <a:endParaRPr lang="vi-VN" altLang="en-US" sz="2400">
              <a:latin typeface="Times New Roman" panose="02020603050405020304" charset="0"/>
              <a:cs typeface="Times New Roman" panose="02020603050405020304" charset="0"/>
            </a:endParaRPr>
          </a:p>
          <a:p>
            <a:pPr marL="0" indent="0">
              <a:lnSpc>
                <a:spcPct val="60000"/>
              </a:lnSpc>
              <a:spcAft>
                <a:spcPts val="0"/>
              </a:spcAft>
              <a:buNone/>
            </a:pPr>
            <a:r>
              <a:rPr lang="vi-VN" altLang="en-US" sz="2400">
                <a:latin typeface="Times New Roman" panose="02020603050405020304" charset="0"/>
                <a:cs typeface="Times New Roman" panose="02020603050405020304" charset="0"/>
              </a:rPr>
              <a:t>  -</a:t>
            </a:r>
            <a:r>
              <a:rPr lang="vi-VN" altLang="en-US" sz="2400" u="sng">
                <a:solidFill>
                  <a:srgbClr val="00B0F0"/>
                </a:solidFill>
                <a:latin typeface="Times New Roman" panose="02020603050405020304" charset="0"/>
                <a:cs typeface="Times New Roman" panose="02020603050405020304" charset="0"/>
              </a:rPr>
              <a:t>Cung cấp ví dụ để minh chứng</a:t>
            </a:r>
            <a:endParaRPr lang="vi-VN" altLang="en-US" sz="2400" u="sng">
              <a:solidFill>
                <a:schemeClr val="tx1"/>
              </a:solidFill>
              <a:latin typeface="Times New Roman" panose="02020603050405020304" charset="0"/>
              <a:cs typeface="Times New Roman" panose="02020603050405020304" charset="0"/>
            </a:endParaRPr>
          </a:p>
          <a:p>
            <a:pPr marL="0" indent="0">
              <a:lnSpc>
                <a:spcPct val="60000"/>
              </a:lnSpc>
              <a:spcAft>
                <a:spcPts val="0"/>
              </a:spcAft>
              <a:buNone/>
            </a:pPr>
            <a:r>
              <a:rPr lang="vi-VN" altLang="en-US" sz="2400">
                <a:solidFill>
                  <a:schemeClr val="tx1"/>
                </a:solidFill>
                <a:latin typeface="Times New Roman" panose="02020603050405020304" charset="0"/>
                <a:cs typeface="Times New Roman" panose="02020603050405020304" charset="0"/>
              </a:rPr>
              <a:t>  -Lợi ích khi áp dụng giải pháp</a:t>
            </a:r>
            <a:endParaRPr lang="vi-VN" altLang="en-US" sz="2400">
              <a:solidFill>
                <a:schemeClr val="tx1"/>
              </a:solidFill>
              <a:latin typeface="Times New Roman" panose="02020603050405020304" charset="0"/>
              <a:cs typeface="Times New Roman" panose="02020603050405020304" charset="0"/>
            </a:endParaRPr>
          </a:p>
          <a:p>
            <a:pPr marL="0" indent="0">
              <a:lnSpc>
                <a:spcPct val="60000"/>
              </a:lnSpc>
              <a:spcAft>
                <a:spcPts val="0"/>
              </a:spcAft>
              <a:buNone/>
            </a:pPr>
            <a:r>
              <a:rPr lang="vi-VN" altLang="en-US" sz="2400">
                <a:solidFill>
                  <a:schemeClr val="tx1"/>
                </a:solidFill>
                <a:latin typeface="Times New Roman" panose="02020603050405020304" charset="0"/>
                <a:cs typeface="Times New Roman" panose="02020603050405020304" charset="0"/>
              </a:rPr>
              <a:t>  -Chương trình hành động/các việc làm cụ thể</a:t>
            </a:r>
            <a:endParaRPr lang="vi-VN" altLang="en-US" sz="2400" u="sng">
              <a:solidFill>
                <a:srgbClr val="00B0F0"/>
              </a:solidFill>
              <a:latin typeface="Times New Roman" panose="02020603050405020304" charset="0"/>
              <a:cs typeface="Times New Roman" panose="02020603050405020304" charset="0"/>
            </a:endParaRPr>
          </a:p>
          <a:p>
            <a:pPr marL="0" indent="0">
              <a:lnSpc>
                <a:spcPct val="60000"/>
              </a:lnSpc>
              <a:spcAft>
                <a:spcPts val="0"/>
              </a:spcAft>
              <a:buNone/>
            </a:pPr>
            <a:r>
              <a:rPr lang="vi-VN" altLang="en-US" u="sng">
                <a:solidFill>
                  <a:srgbClr val="00B0F0"/>
                </a:solidFill>
                <a:latin typeface="Times New Roman" panose="02020603050405020304" charset="0"/>
                <a:cs typeface="Times New Roman" panose="02020603050405020304" charset="0"/>
              </a:rPr>
              <a:t>  </a:t>
            </a:r>
            <a:endParaRPr lang="vi-VN" altLang="en-US" u="sng">
              <a:solidFill>
                <a:srgbClr val="00B0F0"/>
              </a:solidFill>
              <a:latin typeface="Times New Roman" panose="02020603050405020304" charset="0"/>
              <a:cs typeface="Times New Roman" panose="02020603050405020304" charset="0"/>
            </a:endParaRPr>
          </a:p>
          <a:p>
            <a:pPr marL="0" indent="0">
              <a:lnSpc>
                <a:spcPct val="60000"/>
              </a:lnSpc>
              <a:spcAft>
                <a:spcPts val="0"/>
              </a:spcAft>
              <a:buNone/>
            </a:pPr>
            <a:endParaRPr lang="vi-VN" altLang="en-US">
              <a:solidFill>
                <a:srgbClr val="00B0F0"/>
              </a:solidFill>
              <a:latin typeface="Times New Roman" panose="02020603050405020304" charset="0"/>
              <a:cs typeface="Times New Roman" panose="02020603050405020304" charset="0"/>
            </a:endParaRPr>
          </a:p>
          <a:p>
            <a:pPr marL="0" indent="0">
              <a:lnSpc>
                <a:spcPct val="60000"/>
              </a:lnSpc>
              <a:spcAft>
                <a:spcPts val="0"/>
              </a:spcAft>
              <a:buNone/>
            </a:pPr>
            <a:endParaRPr lang="vi-VN" altLang="en-US">
              <a:solidFill>
                <a:srgbClr val="00B0F0"/>
              </a:solidFill>
              <a:latin typeface="Times New Roman" panose="02020603050405020304" charset="0"/>
              <a:cs typeface="Times New Roman" panose="02020603050405020304" charset="0"/>
            </a:endParaRPr>
          </a:p>
          <a:p>
            <a:pPr marL="0" indent="0">
              <a:lnSpc>
                <a:spcPct val="60000"/>
              </a:lnSpc>
              <a:spcAft>
                <a:spcPts val="0"/>
              </a:spcAft>
              <a:buNone/>
            </a:pPr>
            <a:r>
              <a:rPr lang="vi-VN" altLang="en-US">
                <a:solidFill>
                  <a:srgbClr val="00B0F0"/>
                </a:solidFill>
                <a:latin typeface="Times New Roman" panose="02020603050405020304" charset="0"/>
                <a:cs typeface="Times New Roman" panose="02020603050405020304" charset="0"/>
              </a:rPr>
              <a:t>                                                                                                          </a:t>
            </a:r>
            <a:r>
              <a:rPr lang="vi-VN" altLang="en-US" sz="1600">
                <a:solidFill>
                  <a:schemeClr val="tx1"/>
                </a:solidFill>
                <a:latin typeface="Times New Roman" panose="02020603050405020304" charset="0"/>
                <a:cs typeface="Times New Roman" panose="02020603050405020304" charset="0"/>
              </a:rPr>
              <a:t>4</a:t>
            </a:r>
            <a:endParaRPr lang="vi-VN" altLang="en-US" sz="16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a:xfrm>
            <a:off x="838200" y="969010"/>
            <a:ext cx="10515600" cy="1790065"/>
          </a:xfrm>
        </p:spPr>
        <p:txBody>
          <a:bodyPr/>
          <a:p>
            <a:r>
              <a:rPr lang="vi-VN" altLang="en-US" b="1">
                <a:solidFill>
                  <a:schemeClr val="accent4">
                    <a:lumMod val="75000"/>
                  </a:schemeClr>
                </a:solidFill>
              </a:rPr>
              <a:t>Phần kết</a:t>
            </a:r>
            <a:endParaRPr lang="vi-VN" altLang="en-US" b="1">
              <a:solidFill>
                <a:schemeClr val="accent4">
                  <a:lumMod val="75000"/>
                </a:schemeClr>
              </a:solidFill>
            </a:endParaRPr>
          </a:p>
        </p:txBody>
      </p:sp>
      <p:sp>
        <p:nvSpPr>
          <p:cNvPr id="3" name="Content Placeholder 2"/>
          <p:cNvSpPr>
            <a:spLocks noGrp="1"/>
          </p:cNvSpPr>
          <p:nvPr>
            <p:ph idx="1"/>
          </p:nvPr>
        </p:nvSpPr>
        <p:spPr>
          <a:xfrm>
            <a:off x="838200" y="2868295"/>
            <a:ext cx="10515600" cy="3308985"/>
          </a:xfrm>
        </p:spPr>
        <p:txBody>
          <a:bodyPr/>
          <a:p>
            <a:r>
              <a:rPr lang="vi-VN" altLang="en-US" sz="2400">
                <a:solidFill>
                  <a:schemeClr val="tx1"/>
                </a:solidFill>
                <a:latin typeface="Times New Roman" panose="02020603050405020304" charset="0"/>
                <a:cs typeface="Times New Roman" panose="02020603050405020304" charset="0"/>
              </a:rPr>
              <a:t>Tóm tắt</a:t>
            </a:r>
            <a:endParaRPr lang="vi-VN" altLang="en-US" sz="2400">
              <a:solidFill>
                <a:schemeClr val="tx1"/>
              </a:solidFill>
              <a:latin typeface="Times New Roman" panose="02020603050405020304" charset="0"/>
              <a:cs typeface="Times New Roman" panose="02020603050405020304" charset="0"/>
            </a:endParaRPr>
          </a:p>
          <a:p>
            <a:r>
              <a:rPr lang="vi-VN" altLang="en-US" sz="2400">
                <a:solidFill>
                  <a:schemeClr val="tx1"/>
                </a:solidFill>
                <a:latin typeface="Times New Roman" panose="02020603050405020304" charset="0"/>
                <a:cs typeface="Times New Roman" panose="02020603050405020304" charset="0"/>
              </a:rPr>
              <a:t>Kết luận cuối cùng</a:t>
            </a:r>
            <a:endParaRPr lang="vi-VN" altLang="en-US" sz="2400">
              <a:solidFill>
                <a:schemeClr val="tx1"/>
              </a:solidFill>
              <a:latin typeface="Times New Roman" panose="02020603050405020304" charset="0"/>
              <a:cs typeface="Times New Roman" panose="02020603050405020304" charset="0"/>
            </a:endParaRPr>
          </a:p>
          <a:p>
            <a:pPr marL="0" indent="0">
              <a:buNone/>
            </a:pPr>
            <a:r>
              <a:rPr lang="vi-VN" altLang="en-US" sz="2400">
                <a:solidFill>
                  <a:schemeClr val="tx1"/>
                </a:solidFill>
                <a:latin typeface="Times New Roman" panose="02020603050405020304" charset="0"/>
                <a:cs typeface="Times New Roman" panose="02020603050405020304" charset="0"/>
              </a:rPr>
              <a:t>   -Liệu còn điều gì bạn muốn người nghe ghi nhớ?</a:t>
            </a:r>
            <a:endParaRPr lang="vi-VN" altLang="en-US" sz="2400">
              <a:solidFill>
                <a:schemeClr val="tx1"/>
              </a:solidFill>
              <a:latin typeface="Times New Roman" panose="02020603050405020304" charset="0"/>
              <a:cs typeface="Times New Roman" panose="02020603050405020304" charset="0"/>
            </a:endParaRPr>
          </a:p>
          <a:p>
            <a:pPr marL="0" indent="0">
              <a:buNone/>
            </a:pPr>
            <a:endParaRPr lang="vi-VN" altLang="en-US" sz="2400">
              <a:solidFill>
                <a:schemeClr val="tx1"/>
              </a:solidFill>
              <a:latin typeface="Times New Roman" panose="02020603050405020304" charset="0"/>
              <a:cs typeface="Times New Roman" panose="02020603050405020304" charset="0"/>
            </a:endParaRPr>
          </a:p>
          <a:p>
            <a:pPr marL="0" indent="0">
              <a:buNone/>
            </a:pPr>
            <a:endParaRPr lang="vi-VN" altLang="en-US" sz="2400">
              <a:solidFill>
                <a:schemeClr val="tx1"/>
              </a:solidFill>
              <a:latin typeface="Times New Roman" panose="02020603050405020304" charset="0"/>
              <a:cs typeface="Times New Roman" panose="02020603050405020304" charset="0"/>
            </a:endParaRPr>
          </a:p>
          <a:p>
            <a:pPr marL="0" indent="0">
              <a:buNone/>
            </a:pPr>
            <a:endParaRPr lang="vi-VN" altLang="en-US" sz="2400">
              <a:solidFill>
                <a:schemeClr val="tx1"/>
              </a:solidFill>
              <a:latin typeface="Times New Roman" panose="02020603050405020304" charset="0"/>
              <a:cs typeface="Times New Roman" panose="02020603050405020304" charset="0"/>
            </a:endParaRPr>
          </a:p>
          <a:p>
            <a:pPr marL="0" indent="0">
              <a:buNone/>
            </a:pPr>
            <a:r>
              <a:rPr lang="vi-VN" altLang="en-US" sz="2400">
                <a:solidFill>
                  <a:schemeClr val="tx1"/>
                </a:solidFill>
                <a:latin typeface="Times New Roman" panose="02020603050405020304" charset="0"/>
                <a:cs typeface="Times New Roman" panose="02020603050405020304" charset="0"/>
              </a:rPr>
              <a:t>                                                                                                                              </a:t>
            </a:r>
            <a:r>
              <a:rPr lang="vi-VN" altLang="en-US" sz="1200">
                <a:solidFill>
                  <a:schemeClr val="tx1"/>
                </a:solidFill>
                <a:latin typeface="Times New Roman" panose="02020603050405020304" charset="0"/>
                <a:cs typeface="Times New Roman" panose="02020603050405020304" charset="0"/>
              </a:rPr>
              <a:t>5</a:t>
            </a:r>
            <a:endParaRPr lang="vi-VN" altLang="en-US" sz="12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vi-VN" altLang="en-US"/>
          </a:p>
          <a:p>
            <a:endParaRPr lang="vi-VN" altLang="en-US"/>
          </a:p>
          <a:p>
            <a:endParaRPr lang="vi-VN" altLang="en-US"/>
          </a:p>
          <a:p>
            <a:pPr marL="0" indent="0">
              <a:buNone/>
            </a:pPr>
            <a:r>
              <a:rPr lang="vi-VN" altLang="en-US"/>
              <a:t> </a:t>
            </a:r>
            <a:endParaRPr lang="vi-VN" altLang="en-US" b="1">
              <a:latin typeface="Times New Roman" panose="02020603050405020304" charset="0"/>
              <a:cs typeface="Times New Roman" panose="02020603050405020304" charset="0"/>
            </a:endParaRPr>
          </a:p>
          <a:p>
            <a:pPr marL="0" indent="0" algn="l">
              <a:lnSpc>
                <a:spcPct val="0"/>
              </a:lnSpc>
              <a:buNone/>
            </a:pPr>
            <a:r>
              <a:rPr lang="vi-VN" altLang="en-US" b="1">
                <a:latin typeface="Times New Roman" panose="02020603050405020304" charset="0"/>
                <a:cs typeface="Times New Roman" panose="02020603050405020304" charset="0"/>
              </a:rPr>
              <a:t>                                Cảm ơn sự chú ý của quý vị</a:t>
            </a:r>
            <a:endParaRPr lang="vi-VN" altLang="en-US" b="1">
              <a:latin typeface="Times New Roman" panose="02020603050405020304" charset="0"/>
              <a:cs typeface="Times New Roman" panose="02020603050405020304" charset="0"/>
            </a:endParaRPr>
          </a:p>
          <a:p>
            <a:pPr marL="0" indent="0" algn="l">
              <a:lnSpc>
                <a:spcPct val="0"/>
              </a:lnSpc>
              <a:buNone/>
            </a:pPr>
            <a:endParaRPr lang="vi-VN" altLang="en-US" b="1">
              <a:latin typeface="Times New Roman" panose="02020603050405020304" charset="0"/>
              <a:cs typeface="Times New Roman" panose="02020603050405020304" charset="0"/>
            </a:endParaRPr>
          </a:p>
          <a:p>
            <a:pPr marL="0" indent="0" algn="l">
              <a:lnSpc>
                <a:spcPct val="0"/>
              </a:lnSpc>
              <a:buNone/>
            </a:pPr>
            <a:endParaRPr lang="vi-VN" altLang="en-US" b="1">
              <a:latin typeface="Times New Roman" panose="02020603050405020304" charset="0"/>
              <a:cs typeface="Times New Roman" panose="02020603050405020304" charset="0"/>
            </a:endParaRPr>
          </a:p>
          <a:p>
            <a:pPr marL="0" indent="0" algn="l">
              <a:lnSpc>
                <a:spcPct val="0"/>
              </a:lnSpc>
              <a:buNone/>
            </a:pPr>
            <a:endParaRPr lang="vi-VN" altLang="en-US" b="1">
              <a:latin typeface="Times New Roman" panose="02020603050405020304" charset="0"/>
              <a:cs typeface="Times New Roman" panose="02020603050405020304" charset="0"/>
            </a:endParaRPr>
          </a:p>
          <a:p>
            <a:pPr marL="0" indent="0" algn="l">
              <a:lnSpc>
                <a:spcPct val="0"/>
              </a:lnSpc>
              <a:buNone/>
            </a:pPr>
            <a:endParaRPr lang="vi-VN" altLang="en-US" b="1">
              <a:latin typeface="Times New Roman" panose="02020603050405020304" charset="0"/>
              <a:cs typeface="Times New Roman" panose="02020603050405020304" charset="0"/>
            </a:endParaRPr>
          </a:p>
          <a:p>
            <a:pPr marL="0" indent="0" algn="l">
              <a:lnSpc>
                <a:spcPct val="0"/>
              </a:lnSpc>
              <a:buNone/>
            </a:pPr>
            <a:endParaRPr lang="vi-VN" altLang="en-US" b="1">
              <a:latin typeface="Times New Roman" panose="02020603050405020304" charset="0"/>
              <a:cs typeface="Times New Roman" panose="02020603050405020304" charset="0"/>
            </a:endParaRPr>
          </a:p>
          <a:p>
            <a:pPr marL="0" indent="0" algn="l">
              <a:lnSpc>
                <a:spcPct val="0"/>
              </a:lnSpc>
              <a:buNone/>
            </a:pPr>
            <a:endParaRPr lang="vi-VN" altLang="en-US" b="1">
              <a:latin typeface="Times New Roman" panose="02020603050405020304" charset="0"/>
              <a:cs typeface="Times New Roman" panose="02020603050405020304" charset="0"/>
            </a:endParaRPr>
          </a:p>
          <a:p>
            <a:pPr marL="0" indent="0" algn="l">
              <a:lnSpc>
                <a:spcPct val="0"/>
              </a:lnSpc>
              <a:buNone/>
            </a:pPr>
            <a:endParaRPr lang="vi-VN" altLang="en-US" b="1">
              <a:latin typeface="Times New Roman" panose="02020603050405020304" charset="0"/>
              <a:cs typeface="Times New Roman" panose="02020603050405020304" charset="0"/>
            </a:endParaRPr>
          </a:p>
          <a:p>
            <a:pPr marL="0" indent="0" algn="l">
              <a:lnSpc>
                <a:spcPct val="0"/>
              </a:lnSpc>
              <a:buNone/>
            </a:pPr>
            <a:endParaRPr lang="vi-VN" altLang="en-US" b="1">
              <a:latin typeface="Times New Roman" panose="02020603050405020304" charset="0"/>
              <a:cs typeface="Times New Roman" panose="02020603050405020304" charset="0"/>
            </a:endParaRPr>
          </a:p>
          <a:p>
            <a:pPr marL="0" indent="0" algn="l">
              <a:lnSpc>
                <a:spcPct val="0"/>
              </a:lnSpc>
              <a:buNone/>
            </a:pPr>
            <a:endParaRPr lang="vi-VN" altLang="en-US" b="1">
              <a:latin typeface="Times New Roman" panose="02020603050405020304" charset="0"/>
              <a:cs typeface="Times New Roman" panose="02020603050405020304" charset="0"/>
            </a:endParaRPr>
          </a:p>
          <a:p>
            <a:pPr marL="0" indent="0" algn="l">
              <a:lnSpc>
                <a:spcPct val="0"/>
              </a:lnSpc>
              <a:buNone/>
            </a:pPr>
            <a:endParaRPr lang="vi-VN" altLang="en-US" b="1">
              <a:latin typeface="Times New Roman" panose="02020603050405020304" charset="0"/>
              <a:cs typeface="Times New Roman" panose="02020603050405020304" charset="0"/>
            </a:endParaRPr>
          </a:p>
          <a:p>
            <a:pPr marL="0" indent="0" algn="l">
              <a:lnSpc>
                <a:spcPct val="0"/>
              </a:lnSpc>
              <a:buNone/>
            </a:pPr>
            <a:endParaRPr lang="vi-VN" altLang="en-US" b="1">
              <a:latin typeface="Times New Roman" panose="02020603050405020304" charset="0"/>
              <a:cs typeface="Times New Roman" panose="02020603050405020304" charset="0"/>
            </a:endParaRPr>
          </a:p>
          <a:p>
            <a:pPr marL="0" indent="0" algn="l">
              <a:lnSpc>
                <a:spcPct val="0"/>
              </a:lnSpc>
              <a:buNone/>
            </a:pPr>
            <a:endParaRPr lang="vi-VN" altLang="en-US" b="1">
              <a:latin typeface="Times New Roman" panose="02020603050405020304" charset="0"/>
              <a:cs typeface="Times New Roman" panose="02020603050405020304" charset="0"/>
            </a:endParaRPr>
          </a:p>
          <a:p>
            <a:pPr marL="0" indent="0" algn="l">
              <a:lnSpc>
                <a:spcPct val="0"/>
              </a:lnSpc>
              <a:buNone/>
            </a:pPr>
            <a:endParaRPr lang="vi-VN" altLang="en-US" b="1">
              <a:latin typeface="Times New Roman" panose="02020603050405020304" charset="0"/>
              <a:cs typeface="Times New Roman" panose="02020603050405020304" charset="0"/>
            </a:endParaRPr>
          </a:p>
          <a:p>
            <a:pPr marL="0" indent="0" algn="l">
              <a:lnSpc>
                <a:spcPct val="0"/>
              </a:lnSpc>
              <a:buNone/>
            </a:pPr>
            <a:endParaRPr lang="vi-VN" altLang="en-US">
              <a:latin typeface="Times New Roman" panose="02020603050405020304" charset="0"/>
              <a:cs typeface="Times New Roman" panose="02020603050405020304" charset="0"/>
            </a:endParaRPr>
          </a:p>
          <a:p>
            <a:pPr marL="0" indent="0" algn="l">
              <a:lnSpc>
                <a:spcPct val="0"/>
              </a:lnSpc>
              <a:buNone/>
            </a:pPr>
            <a:r>
              <a:rPr lang="vi-VN" altLang="en-US" b="1">
                <a:latin typeface="Times New Roman" panose="02020603050405020304" charset="0"/>
                <a:cs typeface="Times New Roman" panose="02020603050405020304" charset="0"/>
              </a:rPr>
              <a:t>                                                                                                       </a:t>
            </a:r>
            <a:r>
              <a:rPr lang="vi-VN" altLang="en-US" sz="1200">
                <a:latin typeface="Times New Roman" panose="02020603050405020304" charset="0"/>
                <a:cs typeface="Times New Roman" panose="02020603050405020304" charset="0"/>
              </a:rPr>
              <a:t>  6</a:t>
            </a:r>
            <a:endParaRPr lang="vi-VN" altLang="en-US" sz="120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a:xfrm>
            <a:off x="838200" y="909320"/>
            <a:ext cx="8347075" cy="1765935"/>
          </a:xfrm>
        </p:spPr>
        <p:txBody>
          <a:bodyPr/>
          <a:p>
            <a:r>
              <a:rPr lang="vi-VN" altLang="en-US" sz="3200" b="1">
                <a:solidFill>
                  <a:schemeClr val="accent4">
                    <a:lumMod val="75000"/>
                  </a:schemeClr>
                </a:solidFill>
              </a:rPr>
              <a:t>Ví Dụ: sử dụng đoạn trích dẫn khi giới thiệu</a:t>
            </a:r>
            <a:endParaRPr lang="vi-VN" altLang="en-US" sz="3200" b="1">
              <a:solidFill>
                <a:schemeClr val="accent4">
                  <a:lumMod val="75000"/>
                </a:schemeClr>
              </a:solidFill>
            </a:endParaRPr>
          </a:p>
        </p:txBody>
      </p:sp>
      <p:sp>
        <p:nvSpPr>
          <p:cNvPr id="3" name="Content Placeholder 2"/>
          <p:cNvSpPr>
            <a:spLocks noGrp="1"/>
          </p:cNvSpPr>
          <p:nvPr>
            <p:ph idx="1"/>
          </p:nvPr>
        </p:nvSpPr>
        <p:spPr>
          <a:xfrm>
            <a:off x="838200" y="2747010"/>
            <a:ext cx="10515600" cy="3430270"/>
          </a:xfrm>
        </p:spPr>
        <p:txBody>
          <a:bodyPr>
            <a:normAutofit lnSpcReduction="10000"/>
          </a:bodyPr>
          <a:p>
            <a:r>
              <a:rPr lang="vi-VN" altLang="en-US" sz="2400">
                <a:latin typeface="Times New Roman" panose="02020603050405020304" charset="0"/>
                <a:cs typeface="Times New Roman" panose="02020603050405020304" charset="0"/>
              </a:rPr>
              <a:t>Ví dụ:Ta có thể phát biểu trích dẫn lợi ích khi học ngành công nghệ thông tin</a:t>
            </a:r>
            <a:endParaRPr lang="vi-VN" altLang="en-US" sz="2400">
              <a:latin typeface="Times New Roman" panose="02020603050405020304" charset="0"/>
              <a:cs typeface="Times New Roman" panose="02020603050405020304" charset="0"/>
            </a:endParaRPr>
          </a:p>
          <a:p>
            <a:pPr marL="0" indent="0">
              <a:buNone/>
            </a:pPr>
            <a:r>
              <a:rPr lang="vi-V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“Hàng n</a:t>
            </a:r>
            <a:r>
              <a:rPr lang="" altLang="en-US" sz="2400">
                <a:latin typeface="Times New Roman" panose="02020603050405020304" charset="0"/>
                <a:cs typeface="Times New Roman" panose="02020603050405020304" charset="0"/>
              </a:rPr>
              <a:t>ă</a:t>
            </a:r>
            <a:r>
              <a:rPr lang="en-US" altLang="en-US" sz="2400">
                <a:latin typeface="Times New Roman" panose="02020603050405020304" charset="0"/>
                <a:cs typeface="Times New Roman" panose="02020603050405020304" charset="0"/>
              </a:rPr>
              <a:t>m, công nghệ mới luôn </a:t>
            </a:r>
            <a:r>
              <a:rPr lang="" altLang="en-US" sz="2400">
                <a:latin typeface="Times New Roman" panose="02020603050405020304" charset="0"/>
                <a:cs typeface="Times New Roman" panose="02020603050405020304" charset="0"/>
              </a:rPr>
              <a:t>đư</a:t>
            </a:r>
            <a:r>
              <a:rPr lang="en-US" altLang="en-US" sz="2400">
                <a:latin typeface="Times New Roman" panose="02020603050405020304" charset="0"/>
                <a:cs typeface="Times New Roman" panose="02020603050405020304" charset="0"/>
              </a:rPr>
              <a:t>ợc phát triển và thể hiện tầm quan trọng của nó </a:t>
            </a:r>
            <a:r>
              <a:rPr lang="" altLang="en-US" sz="2400">
                <a:latin typeface="Times New Roman" panose="02020603050405020304" charset="0"/>
                <a:cs typeface="Times New Roman" panose="02020603050405020304" charset="0"/>
              </a:rPr>
              <a:t>đ</a:t>
            </a:r>
            <a:r>
              <a:rPr lang="en-US" altLang="en-US" sz="2400">
                <a:latin typeface="Times New Roman" panose="02020603050405020304" charset="0"/>
                <a:cs typeface="Times New Roman" panose="02020603050405020304" charset="0"/>
              </a:rPr>
              <a:t>ối với cuộc sống. Các doanh nghiệp c</a:t>
            </a:r>
            <a:r>
              <a:rPr lang="" altLang="en-US" sz="2400">
                <a:latin typeface="Times New Roman" panose="02020603050405020304" charset="0"/>
                <a:cs typeface="Times New Roman" panose="02020603050405020304" charset="0"/>
              </a:rPr>
              <a:t>ũ</a:t>
            </a:r>
            <a:r>
              <a:rPr lang="en-US" altLang="en-US" sz="2400">
                <a:latin typeface="Times New Roman" panose="02020603050405020304" charset="0"/>
                <a:cs typeface="Times New Roman" panose="02020603050405020304" charset="0"/>
              </a:rPr>
              <a:t>ng thay </a:t>
            </a:r>
            <a:r>
              <a:rPr lang="" altLang="en-US" sz="2400">
                <a:latin typeface="Times New Roman" panose="02020603050405020304" charset="0"/>
                <a:cs typeface="Times New Roman" panose="02020603050405020304" charset="0"/>
              </a:rPr>
              <a:t>đ</a:t>
            </a:r>
            <a:r>
              <a:rPr lang="en-US" altLang="en-US" sz="2400">
                <a:latin typeface="Times New Roman" panose="02020603050405020304" charset="0"/>
                <a:cs typeface="Times New Roman" panose="02020603050405020304" charset="0"/>
              </a:rPr>
              <a:t>ổi theo h</a:t>
            </a:r>
            <a:r>
              <a:rPr lang="" altLang="en-US" sz="2400">
                <a:latin typeface="Times New Roman" panose="02020603050405020304" charset="0"/>
                <a:cs typeface="Times New Roman" panose="02020603050405020304" charset="0"/>
              </a:rPr>
              <a:t>ư</a:t>
            </a:r>
            <a:r>
              <a:rPr lang="en-US" altLang="en-US" sz="2400">
                <a:latin typeface="Times New Roman" panose="02020603050405020304" charset="0"/>
                <a:cs typeface="Times New Roman" panose="02020603050405020304" charset="0"/>
              </a:rPr>
              <a:t>ớng cập nhật công nghệ thông tin và yêu cầu sự thay </a:t>
            </a:r>
            <a:r>
              <a:rPr lang="" altLang="en-US" sz="2400">
                <a:latin typeface="Times New Roman" panose="02020603050405020304" charset="0"/>
                <a:cs typeface="Times New Roman" panose="02020603050405020304" charset="0"/>
              </a:rPr>
              <a:t>đ</a:t>
            </a:r>
            <a:r>
              <a:rPr lang="en-US" altLang="en-US" sz="2400">
                <a:latin typeface="Times New Roman" panose="02020603050405020304" charset="0"/>
                <a:cs typeface="Times New Roman" panose="02020603050405020304" charset="0"/>
              </a:rPr>
              <a:t>ổi về nhân sự giỏi công nghệ. Ngành học CNTT </a:t>
            </a:r>
            <a:r>
              <a:rPr lang="" altLang="en-US" sz="2400">
                <a:latin typeface="Times New Roman" panose="02020603050405020304" charset="0"/>
                <a:cs typeface="Times New Roman" panose="02020603050405020304" charset="0"/>
              </a:rPr>
              <a:t>đư</a:t>
            </a:r>
            <a:r>
              <a:rPr lang="en-US" altLang="en-US" sz="2400">
                <a:latin typeface="Times New Roman" panose="02020603050405020304" charset="0"/>
                <a:cs typeface="Times New Roman" panose="02020603050405020304" charset="0"/>
              </a:rPr>
              <a:t>ợc coi là l</a:t>
            </a:r>
            <a:r>
              <a:rPr lang="" altLang="en-US" sz="2400">
                <a:latin typeface="Times New Roman" panose="02020603050405020304" charset="0"/>
                <a:cs typeface="Times New Roman" panose="02020603050405020304" charset="0"/>
              </a:rPr>
              <a:t>ĩ</a:t>
            </a:r>
            <a:r>
              <a:rPr lang="en-US" altLang="en-US" sz="2400">
                <a:latin typeface="Times New Roman" panose="02020603050405020304" charset="0"/>
                <a:cs typeface="Times New Roman" panose="02020603050405020304" charset="0"/>
              </a:rPr>
              <a:t>nh vực ngày một phát triển và trở nên hữu ích cho các bạn muốn xây dựng sự nghiệp với ngành này. Vậy những lợi ích khi học ngành CNTT là gì?” </a:t>
            </a:r>
            <a:endParaRPr lang="en-US" altLang="en-US" sz="2400">
              <a:latin typeface="Times New Roman" panose="02020603050405020304" charset="0"/>
              <a:cs typeface="Times New Roman" panose="02020603050405020304" charset="0"/>
            </a:endParaRPr>
          </a:p>
          <a:p>
            <a:pPr marL="0" indent="0">
              <a:buNone/>
            </a:pPr>
            <a:endParaRPr lang="en-US" altLang="en-US" sz="2400">
              <a:latin typeface="Times New Roman" panose="02020603050405020304" charset="0"/>
              <a:cs typeface="Times New Roman" panose="02020603050405020304" charset="0"/>
            </a:endParaRPr>
          </a:p>
          <a:p>
            <a:pPr marL="0" indent="0">
              <a:buNone/>
            </a:pPr>
            <a:endParaRPr lang="en-US" altLang="en-US" sz="2400">
              <a:latin typeface="Times New Roman" panose="02020603050405020304" charset="0"/>
              <a:cs typeface="Times New Roman" panose="02020603050405020304" charset="0"/>
            </a:endParaRPr>
          </a:p>
          <a:p>
            <a:pPr marL="0" indent="0">
              <a:buNone/>
            </a:pPr>
            <a:r>
              <a:rPr lang="vi-VN" altLang="en-US" sz="2400">
                <a:latin typeface="Times New Roman" panose="02020603050405020304" charset="0"/>
                <a:cs typeface="Times New Roman" panose="02020603050405020304" charset="0"/>
              </a:rPr>
              <a:t>                                                                                                                     </a:t>
            </a:r>
            <a:r>
              <a:rPr lang="vi-VN" altLang="en-US" sz="1400">
                <a:latin typeface="Times New Roman" panose="02020603050405020304" charset="0"/>
                <a:cs typeface="Times New Roman" panose="02020603050405020304" charset="0"/>
              </a:rPr>
              <a:t>7</a:t>
            </a:r>
            <a:r>
              <a:rPr lang="en-US" altLang="en-US" sz="2400">
                <a:latin typeface="Times New Roman" panose="02020603050405020304" charset="0"/>
                <a:cs typeface="Times New Roman" panose="02020603050405020304" charset="0"/>
              </a:rPr>
              <a:t> </a:t>
            </a:r>
            <a:endParaRPr lang="en-US" altLang="en-US" sz="2400">
              <a:latin typeface="Times New Roman" panose="02020603050405020304" charset="0"/>
              <a:cs typeface="Times New Roman" panose="02020603050405020304" charset="0"/>
            </a:endParaRPr>
          </a:p>
          <a:p>
            <a:pPr marL="0" indent="0">
              <a:buNone/>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a:xfrm>
            <a:off x="1674495" y="1293495"/>
            <a:ext cx="8239760" cy="882650"/>
          </a:xfrm>
        </p:spPr>
        <p:txBody>
          <a:bodyPr/>
          <a:p>
            <a:r>
              <a:rPr lang="vi-VN" altLang="en-US" sz="3200" b="1">
                <a:solidFill>
                  <a:schemeClr val="accent4">
                    <a:lumMod val="75000"/>
                  </a:schemeClr>
                </a:solidFill>
              </a:rPr>
              <a:t>Ví dụ minh chứng một vấn đề</a:t>
            </a:r>
            <a:endParaRPr lang="vi-VN" altLang="en-US" sz="3200" b="1">
              <a:solidFill>
                <a:schemeClr val="accent4">
                  <a:lumMod val="75000"/>
                </a:schemeClr>
              </a:solidFill>
            </a:endParaRPr>
          </a:p>
        </p:txBody>
      </p:sp>
      <p:sp>
        <p:nvSpPr>
          <p:cNvPr id="3" name="Content Placeholder 2"/>
          <p:cNvSpPr>
            <a:spLocks noGrp="1"/>
          </p:cNvSpPr>
          <p:nvPr>
            <p:ph idx="1"/>
          </p:nvPr>
        </p:nvSpPr>
        <p:spPr>
          <a:xfrm>
            <a:off x="444500" y="2009775"/>
            <a:ext cx="10515600" cy="4167505"/>
          </a:xfrm>
        </p:spPr>
        <p:txBody>
          <a:bodyPr>
            <a:normAutofit fontScale="50000"/>
          </a:bodyPr>
          <a:p>
            <a:r>
              <a:rPr lang="vi-VN" altLang="en-US" sz="2400">
                <a:latin typeface="Times New Roman" panose="02020603050405020304" charset="0"/>
                <a:cs typeface="Times New Roman" panose="02020603050405020304" charset="0"/>
              </a:rPr>
              <a:t>Bảng thống kê tuyển sinh 2020</a:t>
            </a:r>
            <a:endParaRPr lang="vi-VN" altLang="en-US" sz="2400">
              <a:latin typeface="Times New Roman" panose="02020603050405020304" charset="0"/>
              <a:cs typeface="Times New Roman" panose="02020603050405020304" charset="0"/>
            </a:endParaRPr>
          </a:p>
          <a:p>
            <a:endParaRPr lang="vi-VN" altLang="en-US" sz="2400">
              <a:latin typeface="Times New Roman" panose="02020603050405020304" charset="0"/>
              <a:cs typeface="Times New Roman" panose="02020603050405020304" charset="0"/>
            </a:endParaRPr>
          </a:p>
          <a:p>
            <a:endParaRPr lang="vi-VN" altLang="en-US" sz="2400">
              <a:latin typeface="Times New Roman" panose="02020603050405020304" charset="0"/>
              <a:cs typeface="Times New Roman" panose="02020603050405020304" charset="0"/>
            </a:endParaRPr>
          </a:p>
          <a:p>
            <a:endParaRPr lang="vi-VN" altLang="en-US" sz="2400">
              <a:latin typeface="Times New Roman" panose="02020603050405020304" charset="0"/>
              <a:cs typeface="Times New Roman" panose="02020603050405020304" charset="0"/>
            </a:endParaRPr>
          </a:p>
          <a:p>
            <a:endParaRPr lang="vi-VN" altLang="en-US" sz="2400">
              <a:latin typeface="Times New Roman" panose="02020603050405020304" charset="0"/>
              <a:cs typeface="Times New Roman" panose="02020603050405020304" charset="0"/>
            </a:endParaRPr>
          </a:p>
          <a:p>
            <a:endParaRPr lang="vi-VN" altLang="en-US" sz="2400">
              <a:latin typeface="Times New Roman" panose="02020603050405020304" charset="0"/>
              <a:cs typeface="Times New Roman" panose="02020603050405020304" charset="0"/>
            </a:endParaRPr>
          </a:p>
          <a:p>
            <a:endParaRPr lang="vi-VN" altLang="en-US" sz="2400">
              <a:latin typeface="Times New Roman" panose="02020603050405020304" charset="0"/>
              <a:cs typeface="Times New Roman" panose="02020603050405020304" charset="0"/>
            </a:endParaRPr>
          </a:p>
          <a:p>
            <a:endParaRPr lang="vi-VN" altLang="en-US" sz="2400">
              <a:latin typeface="Times New Roman" panose="02020603050405020304" charset="0"/>
              <a:cs typeface="Times New Roman" panose="02020603050405020304" charset="0"/>
            </a:endParaRPr>
          </a:p>
          <a:p>
            <a:endParaRPr lang="vi-VN" altLang="en-US" sz="2400">
              <a:latin typeface="Times New Roman" panose="02020603050405020304" charset="0"/>
              <a:cs typeface="Times New Roman" panose="02020603050405020304" charset="0"/>
            </a:endParaRPr>
          </a:p>
          <a:p>
            <a:pPr marL="0" indent="0">
              <a:buNone/>
            </a:pPr>
            <a:endParaRPr lang="vi-VN" altLang="en-US" sz="2400">
              <a:latin typeface="Times New Roman" panose="02020603050405020304" charset="0"/>
              <a:cs typeface="Times New Roman" panose="02020603050405020304" charset="0"/>
            </a:endParaRPr>
          </a:p>
          <a:p>
            <a:pPr marL="0" indent="0">
              <a:buNone/>
            </a:pPr>
            <a:endParaRPr lang="vi-VN" altLang="en-US" sz="2400">
              <a:latin typeface="Times New Roman" panose="02020603050405020304" charset="0"/>
              <a:cs typeface="Times New Roman" panose="02020603050405020304" charset="0"/>
            </a:endParaRPr>
          </a:p>
          <a:p>
            <a:pPr marL="0" indent="0">
              <a:buNone/>
            </a:pPr>
            <a:r>
              <a:rPr lang="vi-VN" altLang="en-US" sz="2400">
                <a:latin typeface="Times New Roman" panose="02020603050405020304" charset="0"/>
                <a:cs typeface="Times New Roman" panose="02020603050405020304" charset="0"/>
              </a:rPr>
              <a:t>                                                                                                                                                                                                               </a:t>
            </a:r>
            <a:endParaRPr lang="vi-VN" altLang="en-US" sz="2400">
              <a:latin typeface="Times New Roman" panose="02020603050405020304" charset="0"/>
              <a:cs typeface="Times New Roman" panose="02020603050405020304" charset="0"/>
            </a:endParaRPr>
          </a:p>
          <a:p>
            <a:pPr marL="0" indent="0">
              <a:buNone/>
            </a:pPr>
            <a:endParaRPr lang="vi-VN" altLang="en-US" sz="2400">
              <a:latin typeface="Times New Roman" panose="02020603050405020304" charset="0"/>
              <a:cs typeface="Times New Roman" panose="02020603050405020304" charset="0"/>
            </a:endParaRPr>
          </a:p>
          <a:p>
            <a:pPr marL="0" indent="0">
              <a:buNone/>
            </a:pPr>
            <a:r>
              <a:rPr lang="vi-VN" altLang="en-US" sz="2400">
                <a:latin typeface="Times New Roman" panose="02020603050405020304" charset="0"/>
                <a:cs typeface="Times New Roman" panose="02020603050405020304" charset="0"/>
              </a:rPr>
              <a:t>                                                                                                                                                                                                                                                               </a:t>
            </a:r>
            <a:r>
              <a:rPr lang="vi-VN" altLang="en-US" sz="2400">
                <a:latin typeface="Times New Roman" panose="02020603050405020304" charset="0"/>
                <a:cs typeface="Times New Roman" panose="02020603050405020304" charset="0"/>
              </a:rPr>
              <a:t>8</a:t>
            </a:r>
            <a:endParaRPr lang="vi-VN" altLang="en-US" sz="2400">
              <a:latin typeface="Times New Roman" panose="02020603050405020304" charset="0"/>
              <a:cs typeface="Times New Roman" panose="02020603050405020304" charset="0"/>
            </a:endParaRPr>
          </a:p>
        </p:txBody>
      </p:sp>
      <p:graphicFrame>
        <p:nvGraphicFramePr>
          <p:cNvPr id="5" name="Table 4"/>
          <p:cNvGraphicFramePr/>
          <p:nvPr/>
        </p:nvGraphicFramePr>
        <p:xfrm>
          <a:off x="1217930" y="2520950"/>
          <a:ext cx="7101840" cy="3657600"/>
        </p:xfrm>
        <a:graphic>
          <a:graphicData uri="http://schemas.openxmlformats.org/drawingml/2006/table">
            <a:tbl>
              <a:tblPr firstRow="1">
                <a:tableStyleId>{379A024A-5A94-4EF1-BD18-5993C5D537E0}</a:tableStyleId>
              </a:tblPr>
              <a:tblGrid>
                <a:gridCol w="4860925"/>
                <a:gridCol w="2240915"/>
              </a:tblGrid>
              <a:tr h="365760">
                <a:tc>
                  <a:txBody>
                    <a:bodyPr/>
                    <a:p>
                      <a:pPr>
                        <a:buNone/>
                      </a:pPr>
                      <a:r>
                        <a:rPr lang="en-US" altLang="en-US"/>
                        <a:t>Tên ngành/chuyên ngành </a:t>
                      </a:r>
                      <a:endParaRPr lang="en-US" altLang="en-US"/>
                    </a:p>
                  </a:txBody>
                  <a:tcPr/>
                </a:tc>
                <a:tc>
                  <a:txBody>
                    <a:bodyPr/>
                    <a:p>
                      <a:pPr>
                        <a:buNone/>
                      </a:pPr>
                      <a:r>
                        <a:rPr lang="vi-VN" altLang="en-US" sz="1600"/>
                        <a:t>Số lượng tuyển sinh</a:t>
                      </a:r>
                      <a:endParaRPr lang="vi-VN" altLang="en-US" sz="1600"/>
                    </a:p>
                  </a:txBody>
                  <a:tcPr/>
                </a:tc>
              </a:tr>
              <a:tr h="365760">
                <a:tc>
                  <a:txBody>
                    <a:bodyPr/>
                    <a:p>
                      <a:pPr>
                        <a:buNone/>
                      </a:pPr>
                      <a:r>
                        <a:rPr lang="en-US" altLang="en-US" b="1"/>
                        <a:t>Công nghệ thông tin</a:t>
                      </a:r>
                      <a:endParaRPr lang="en-US" altLang="en-US" b="1"/>
                    </a:p>
                  </a:txBody>
                  <a:tcPr/>
                </a:tc>
                <a:tc>
                  <a:txBody>
                    <a:bodyPr/>
                    <a:p>
                      <a:pPr algn="r">
                        <a:buNone/>
                      </a:pPr>
                      <a:r>
                        <a:rPr lang="vi-VN" altLang="en-US"/>
                        <a:t>272</a:t>
                      </a:r>
                      <a:endParaRPr lang="vi-VN" altLang="en-US"/>
                    </a:p>
                  </a:txBody>
                  <a:tcPr/>
                </a:tc>
              </a:tr>
              <a:tr h="365760">
                <a:tc>
                  <a:txBody>
                    <a:bodyPr/>
                    <a:p>
                      <a:pPr>
                        <a:buNone/>
                      </a:pPr>
                      <a:r>
                        <a:rPr lang="en-US" altLang="en-US" b="1"/>
                        <a:t>Công nghệ thông tin - CLC </a:t>
                      </a:r>
                      <a:endParaRPr lang="en-US" altLang="en-US" b="1"/>
                    </a:p>
                  </a:txBody>
                  <a:tcPr/>
                </a:tc>
                <a:tc>
                  <a:txBody>
                    <a:bodyPr/>
                    <a:p>
                      <a:pPr algn="r">
                        <a:buNone/>
                      </a:pPr>
                      <a:r>
                        <a:rPr lang="vi-VN" altLang="en-US"/>
                        <a:t>144</a:t>
                      </a:r>
                      <a:endParaRPr lang="vi-VN" altLang="en-US"/>
                    </a:p>
                  </a:txBody>
                  <a:tcPr/>
                </a:tc>
              </a:tr>
              <a:tr h="365760">
                <a:tc>
                  <a:txBody>
                    <a:bodyPr/>
                    <a:p>
                      <a:pPr>
                        <a:buNone/>
                      </a:pPr>
                      <a:r>
                        <a:rPr lang="en-US" altLang="en-US" b="1"/>
                        <a:t>Công nghệ thông tin - HA</a:t>
                      </a:r>
                      <a:endParaRPr lang="en-US" altLang="en-US" b="1"/>
                    </a:p>
                  </a:txBody>
                  <a:tcPr/>
                </a:tc>
                <a:tc>
                  <a:txBody>
                    <a:bodyPr/>
                    <a:p>
                      <a:pPr algn="r">
                        <a:buNone/>
                      </a:pPr>
                      <a:r>
                        <a:rPr lang="vi-VN" altLang="en-US"/>
                        <a:t>75</a:t>
                      </a:r>
                      <a:endParaRPr lang="vi-VN" altLang="en-US"/>
                    </a:p>
                  </a:txBody>
                  <a:tcPr/>
                </a:tc>
              </a:tr>
              <a:tr h="365760">
                <a:tc>
                  <a:txBody>
                    <a:bodyPr/>
                    <a:p>
                      <a:pPr>
                        <a:buNone/>
                      </a:pPr>
                      <a:r>
                        <a:rPr lang="en-US" altLang="en-US" b="1"/>
                        <a:t>Mạng máy tính và truyền thông dữ liệu </a:t>
                      </a:r>
                      <a:endParaRPr lang="en-US" altLang="en-US" b="1"/>
                    </a:p>
                  </a:txBody>
                  <a:tcPr/>
                </a:tc>
                <a:tc>
                  <a:txBody>
                    <a:bodyPr/>
                    <a:p>
                      <a:pPr algn="r">
                        <a:buNone/>
                      </a:pPr>
                      <a:r>
                        <a:rPr lang="vi-VN" altLang="en-US"/>
                        <a:t>149</a:t>
                      </a:r>
                      <a:endParaRPr lang="vi-VN" altLang="en-US"/>
                    </a:p>
                  </a:txBody>
                  <a:tcPr/>
                </a:tc>
              </a:tr>
              <a:tr h="365760">
                <a:tc>
                  <a:txBody>
                    <a:bodyPr/>
                    <a:p>
                      <a:pPr>
                        <a:buNone/>
                      </a:pPr>
                      <a:r>
                        <a:rPr lang="en-US" altLang="en-US" b="1"/>
                        <a:t>Kỹ thuật phần mềm</a:t>
                      </a:r>
                      <a:endParaRPr lang="en-US" altLang="en-US" b="1"/>
                    </a:p>
                  </a:txBody>
                  <a:tcPr/>
                </a:tc>
                <a:tc>
                  <a:txBody>
                    <a:bodyPr/>
                    <a:p>
                      <a:pPr algn="r">
                        <a:buNone/>
                      </a:pPr>
                      <a:r>
                        <a:rPr lang="vi-VN" altLang="en-US"/>
                        <a:t>266</a:t>
                      </a:r>
                      <a:endParaRPr lang="vi-VN" altLang="en-US"/>
                    </a:p>
                  </a:txBody>
                  <a:tcPr/>
                </a:tc>
              </a:tr>
              <a:tr h="365760">
                <a:tc>
                  <a:txBody>
                    <a:bodyPr/>
                    <a:p>
                      <a:pPr>
                        <a:buNone/>
                      </a:pPr>
                      <a:r>
                        <a:rPr lang="en-US" altLang="en-US" b="1"/>
                        <a:t>Hệ thống thông tin</a:t>
                      </a:r>
                      <a:endParaRPr lang="en-US" altLang="en-US" b="1"/>
                    </a:p>
                  </a:txBody>
                  <a:tcPr/>
                </a:tc>
                <a:tc>
                  <a:txBody>
                    <a:bodyPr/>
                    <a:p>
                      <a:pPr algn="r">
                        <a:buNone/>
                      </a:pPr>
                      <a:r>
                        <a:rPr lang="vi-VN" altLang="en-US"/>
                        <a:t>135</a:t>
                      </a:r>
                      <a:endParaRPr lang="vi-VN" altLang="en-US"/>
                    </a:p>
                  </a:txBody>
                  <a:tcPr/>
                </a:tc>
              </a:tr>
              <a:tr h="365760">
                <a:tc>
                  <a:txBody>
                    <a:bodyPr/>
                    <a:p>
                      <a:pPr>
                        <a:buNone/>
                      </a:pPr>
                      <a:r>
                        <a:rPr lang="en-US" altLang="en-US" b="1"/>
                        <a:t>Khoa học máy tính</a:t>
                      </a:r>
                      <a:endParaRPr lang="en-US" altLang="en-US" b="1"/>
                    </a:p>
                  </a:txBody>
                  <a:tcPr/>
                </a:tc>
                <a:tc>
                  <a:txBody>
                    <a:bodyPr/>
                    <a:p>
                      <a:pPr algn="r">
                        <a:buNone/>
                      </a:pPr>
                      <a:r>
                        <a:rPr lang="vi-VN" altLang="en-US"/>
                        <a:t>178</a:t>
                      </a:r>
                      <a:endParaRPr lang="vi-VN" altLang="en-US"/>
                    </a:p>
                  </a:txBody>
                  <a:tcPr/>
                </a:tc>
              </a:tr>
              <a:tr h="365760">
                <a:tc>
                  <a:txBody>
                    <a:bodyPr/>
                    <a:p>
                      <a:pPr>
                        <a:buNone/>
                      </a:pPr>
                      <a:r>
                        <a:rPr lang="en-US" altLang="en-US" b="1"/>
                        <a:t>Tin học Ứng dụng </a:t>
                      </a:r>
                      <a:endParaRPr lang="en-US" altLang="en-US" b="1"/>
                    </a:p>
                  </a:txBody>
                  <a:tcPr/>
                </a:tc>
                <a:tc>
                  <a:txBody>
                    <a:bodyPr/>
                    <a:p>
                      <a:pPr algn="r">
                        <a:buNone/>
                      </a:pPr>
                      <a:r>
                        <a:rPr lang="vi-VN" altLang="en-US"/>
                        <a:t>32</a:t>
                      </a:r>
                      <a:endParaRPr lang="vi-VN" altLang="en-US"/>
                    </a:p>
                  </a:txBody>
                  <a:tcPr/>
                </a:tc>
              </a:tr>
              <a:tr h="365760">
                <a:tc>
                  <a:txBody>
                    <a:bodyPr/>
                    <a:p>
                      <a:pPr>
                        <a:buNone/>
                      </a:pPr>
                      <a:r>
                        <a:rPr lang="en-US" altLang="en-US" b="1"/>
                        <a:t>Tổng </a:t>
                      </a:r>
                      <a:endParaRPr lang="en-US" altLang="en-US" b="1"/>
                    </a:p>
                  </a:txBody>
                  <a:tcPr/>
                </a:tc>
                <a:tc>
                  <a:txBody>
                    <a:bodyPr/>
                    <a:p>
                      <a:pPr algn="r">
                        <a:buNone/>
                      </a:pPr>
                      <a:r>
                        <a:rPr lang="vi-VN" altLang="en-US"/>
                        <a:t>1251</a:t>
                      </a:r>
                      <a:endParaRPr lang="vi-VN" altLang="en-US"/>
                    </a:p>
                  </a:txBody>
                  <a:tcPr/>
                </a:tc>
              </a:tr>
            </a:tbl>
          </a:graphicData>
        </a:graphic>
      </p:graphicFrame>
    </p:spTree>
  </p:cSld>
  <p:clrMapOvr>
    <a:masterClrMapping/>
  </p:clrMapOvr>
</p:sld>
</file>

<file path=ppt/tags/tag1.xml><?xml version="1.0" encoding="utf-8"?>
<p:tagLst xmlns:p="http://schemas.openxmlformats.org/presentationml/2006/main">
  <p:tag name="resource_record_key" val="{&quot;29&quot;:[5000028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3388</Words>
  <Application>WPS Presentation</Application>
  <PresentationFormat>Widescreen</PresentationFormat>
  <Paragraphs>147</Paragraphs>
  <Slides>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Arial</vt:lpstr>
      <vt:lpstr>SimSun</vt:lpstr>
      <vt:lpstr>Wingdings</vt:lpstr>
      <vt:lpstr>Calibri Light</vt:lpstr>
      <vt:lpstr>Calibri</vt:lpstr>
      <vt:lpstr>Microsoft YaHei</vt:lpstr>
      <vt:lpstr>Arial Unicode MS</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NGUYEN DUY</dc:creator>
  <cp:lastModifiedBy>9 Duy</cp:lastModifiedBy>
  <cp:revision>3</cp:revision>
  <dcterms:created xsi:type="dcterms:W3CDTF">2025-07-23T00:59:00Z</dcterms:created>
  <dcterms:modified xsi:type="dcterms:W3CDTF">2026-09-23T01:18:47Z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8E30C63C6DDF4E1BBF9609F8CD68F988_11</vt:lpwstr>
  </property>
  <property fmtid="{D5CDD505-2E9C-101B-9397-08002B2CF9AE}" pid="3" name="KSOProductBuildVer">
    <vt:lpwstr>1033-12.1.0.25180</vt:lpwstr>
  </property>
</Properties>
</file>